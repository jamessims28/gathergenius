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57400"/>
            <a:ext cx="1051560" cy="1051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F3E9D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94560" y="2103120"/>
            <a:ext cx="6949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GatherGenius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240280" y="2788920"/>
            <a:ext cx="6949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event marketplace + vendor monetization platform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240280" y="324612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3319272"/>
            <a:ext cx="17647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LMH Enterprise LLC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2461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3319272"/>
            <a:ext cx="16733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Pitch Deck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planning is fragmented, slow, and inefficient.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is scattered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350008"/>
            <a:ext cx="2788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search across Google, social media, referrals, and outdated websites to find vendors.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need leads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788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vendors rely on inconsistent word-of-mouth and paid ads with unclear ROI.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246120" cy="3566160"/>
          </a:xfrm>
          <a:prstGeom prst="roundRect">
            <a:avLst>
              <a:gd name="adj" fmla="val 281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192024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lacks intelligence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350008"/>
            <a:ext cx="27889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need budgets, layouts, booking help, checklists, reminders, and payments in one place.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GatherGenius connects event demand to vendor supply with AI automation.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marketplace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212848"/>
            <a:ext cx="283464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discover vendors, venues, featured events, and event services.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event autopilot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212848"/>
            <a:ext cx="283464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builds layouts, vendor lists, budgets, timelines, and checklists.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554480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Monetization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212848"/>
            <a:ext cx="283464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subscriptions, booking fees, featured listings, and ads flow to LMH Enterprise LLC.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Platform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ecosystem: marketplace, dashboard, map, AI, bookings, and revenue.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6712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vendors, venues, categories, and featured events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6712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nearby vendors with location-based discovery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Planner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16712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Dropdown category layouts + AI event autopilot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0332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Admin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13308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listings, featured placements, verification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47472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70332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413308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pipeline, deposits, commissions, status tracking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3474720"/>
            <a:ext cx="324612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3703320"/>
            <a:ext cx="2788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0" y="4133088"/>
            <a:ext cx="2788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MRR, bookings, gross volume, city expansion metrics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event services are large, recurring, and highly fragmented.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$1T+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events economy opportunity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Millions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and local service providers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city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366760" y="2578608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marketplace expansion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1060704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069080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Beachhead strategy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498848"/>
            <a:ext cx="101498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Stafford, Fredericksburg, and Washington DC. Build local vendor density, rank featured vendors, generate bookings, then expand city-by-city.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revenue streams compound into a SaaS + marketplace hybrid.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MRR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2011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$49 Featured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$149 Elite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Recurring listing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4630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fees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121408"/>
            <a:ext cx="2011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platform fee on confirmed vendor bookings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121408"/>
            <a:ext cx="2011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search, homepage placement, category sponsorships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1463040"/>
            <a:ext cx="2468880" cy="3474720"/>
          </a:xfrm>
          <a:prstGeom prst="roundRect">
            <a:avLst>
              <a:gd name="adj" fmla="val 3704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plans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64040" y="2121408"/>
            <a:ext cx="2011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/ Pro / Business tiers for planning and AI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Traction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30-day launch targets turn the platform into measurable traction.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10332720" cy="411480"/>
          </a:xfrm>
          <a:prstGeom prst="roundRect">
            <a:avLst>
              <a:gd name="adj" fmla="val 8889"/>
            </a:avLst>
          </a:prstGeom>
          <a:solidFill>
            <a:srgbClr val="F3E9DC"/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155448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10332720" cy="41148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Onboard vendors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10–20 local vendors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468880"/>
            <a:ext cx="10332720" cy="41148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demand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booking requests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2971800"/>
            <a:ext cx="10332720" cy="41148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Monetize vendors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0" y="306324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Featured + Elite listings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474720"/>
            <a:ext cx="10332720" cy="411480"/>
          </a:xfrm>
          <a:prstGeom prst="roundRect">
            <a:avLst>
              <a:gd name="adj" fmla="val 888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revenue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$1K–$3K monthly run-rate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434840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4663440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Investor-ready metrics to fill 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43000" y="509320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onboarded, paid listings, booking volume, MRR, conversion rate, city expansion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Advantage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GatherGenius combines tools that are usually separate.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+ marketplace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28346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 not just answer; it turns event intent into vendors, layouts, budgets, and booking actions.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monetization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167128"/>
            <a:ext cx="28346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can pay for visibility, leads, category sponsorships, and booking flow.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291840" cy="3474720"/>
          </a:xfrm>
          <a:prstGeom prst="roundRect">
            <a:avLst>
              <a:gd name="adj" fmla="val 2778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density 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167128"/>
            <a:ext cx="28346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city by city, dominate categories, then replicate the playbook nationally.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Go-To-Market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Vendor-first launch to create supply, then social + SEO demand.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60320" cy="397764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Vendor supply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75688"/>
            <a:ext cx="21031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DJs, caterers, venues, photographers, planners. Free listing first.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2560320" cy="397764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Paid upgrade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94760" y="2075688"/>
            <a:ext cx="21031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best-fit vendors to $49/$149 monthly listings.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2560320" cy="397764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Demand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075688"/>
            <a:ext cx="21031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groups, TikTok, SEO city pages, event templates.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1417320"/>
            <a:ext cx="2560320" cy="3977640"/>
          </a:xfrm>
          <a:prstGeom prst="roundRect">
            <a:avLst>
              <a:gd name="adj" fmla="val 3571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Expansion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64040" y="2075688"/>
            <a:ext cx="210312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in new cities after local density is established.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Path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marketplace revenue ramps through vendors + bookings.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$5K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7548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$20K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41248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 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2331720"/>
            <a:ext cx="2011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$100K+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1097280" y="3886200"/>
            <a:ext cx="996696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4114800"/>
            <a:ext cx="9509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revenue assumptions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544568"/>
            <a:ext cx="9509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vendor listings + booking commissions + featured ads. Local density improves conversion and makes each city more profitable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0600" y="-320040"/>
            <a:ext cx="2560320" cy="2560320"/>
          </a:xfrm>
          <a:prstGeom prst="arc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977640" y="-1097280"/>
            <a:ext cx="4206240" cy="4206240"/>
          </a:xfrm>
          <a:prstGeom prst="arc">
            <a:avLst/>
          </a:prstGeom>
          <a:solidFill>
            <a:srgbClr val="F3E9DC">
              <a:alpha val="65000"/>
            </a:srgbClr>
          </a:solidFill>
          <a:ln w="12700">
            <a:solidFill>
              <a:srgbClr val="F3E9D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124712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and partnerships accelerate city expansion.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075688"/>
            <a:ext cx="29260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completion, vendor acquisition, mobile app launch, local marketing, sales operations.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075688"/>
            <a:ext cx="29260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first markets, reach paid vendor density, prove repeatable acquisition, expand city-by-city.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7DE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075688"/>
            <a:ext cx="237744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has changed how people expect planning and search to work. Local services need smarter discovery.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71500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GatherGenius can become the operating system for events.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LMH Enterprise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GatherGenius Investor Pitch Deck</dc:title>
  <dc:subject>GatherGenius Investor Pitch Deck</dc:subject>
  <dc:creator>LMH Enterprise LLC</dc:creator>
  <cp:lastModifiedBy>LMH Enterprise LLC</cp:lastModifiedBy>
  <cp:revision>1</cp:revision>
  <dcterms:created xsi:type="dcterms:W3CDTF">2026-04-30T20:04:47Z</dcterms:created>
  <dcterms:modified xsi:type="dcterms:W3CDTF">2026-04-30T20:04:47Z</dcterms:modified>
</cp:coreProperties>
</file>